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28E76-61E6-4390-B119-515A5A9B4F53}" v="10" dt="2026-04-30T04:26:08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/>
    <p:restoredTop sz="94694"/>
  </p:normalViewPr>
  <p:slideViewPr>
    <p:cSldViewPr snapToGrid="0" snapToObjects="1">
      <p:cViewPr varScale="1">
        <p:scale>
          <a:sx n="54" d="100"/>
          <a:sy n="54" d="100"/>
        </p:scale>
        <p:origin x="8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Total Enrollment Using SAT Scores and Institutional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Brandon Esarey</a:t>
            </a:r>
            <a:br>
              <a:rPr lang="en-US" dirty="0"/>
            </a:br>
            <a:r>
              <a:rPr lang="en-US" dirty="0"/>
              <a:t>Justin Harlow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41B7-01DA-6A42-8344-CD743409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machine learning to analyze college and university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institutional enrollment using academic and institutional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relationships between SAT performance and college enrollment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regression modeling to a real-world educational dataset</a:t>
            </a:r>
          </a:p>
          <a:p>
            <a:pPr>
              <a:buNone/>
            </a:pPr>
            <a:r>
              <a:rPr lang="en-US" b="1" dirty="0"/>
              <a:t>Research Question</a:t>
            </a:r>
          </a:p>
          <a:p>
            <a:pPr>
              <a:buNone/>
            </a:pPr>
            <a:r>
              <a:rPr lang="en-US" dirty="0"/>
              <a:t>Can institutional enrollment be predicted using SAT percentile scores and institutional characteristics?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76F0-0990-4691-B0E7-7493D614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IPEDS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2788-9381-28BE-E10B-5634DA50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IPEDS = Integrated Postsecondary Education Data System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dataset maintained by 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colleges and universities across the United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demographic, tuition, admissions, and enrollment information</a:t>
            </a:r>
          </a:p>
          <a:p>
            <a:pPr>
              <a:buNone/>
            </a:pPr>
            <a:r>
              <a:rPr lang="en-US" b="1" dirty="0"/>
              <a:t>Dataset Statistics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1,534 institutions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145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Numerical and categorical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missing values requiring preprocessing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90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A5F2-1000-18E9-18E6-77E54D78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D9B1-3EF5-408F-F059-F2CB5AEA7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Predictor Variables (X)</a:t>
            </a:r>
          </a:p>
          <a:p>
            <a:pPr>
              <a:buNone/>
            </a:pPr>
            <a:r>
              <a:rPr lang="en-US" dirty="0"/>
              <a:t>Used to estimate enrollment: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Critical Reading 25th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Critical Reading 75th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Math 25th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Math 75th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Writing 25th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Writing 75th percentile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Institutional control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County information</a:t>
            </a:r>
          </a:p>
          <a:p>
            <a:pPr>
              <a:buNone/>
            </a:pPr>
            <a:r>
              <a:rPr lang="en-US" b="1" dirty="0"/>
              <a:t>Target Variable (y)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Enrollment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876F-6E51-71D7-D5A4-BBF0566D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659C-5650-9EC3-E2EE-EB2BA7A69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Data Preprocessing Steps</a:t>
            </a:r>
          </a:p>
          <a:p>
            <a:pPr>
              <a:buFont typeface="+mj-lt"/>
              <a:buAutoNum type="arabicPeriod"/>
            </a:pPr>
            <a:r>
              <a:rPr lang="en-US" dirty="0"/>
              <a:t>Loaded IPEDS Excel dataset using Pandas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Checked for missing values</a:t>
            </a:r>
          </a:p>
          <a:p>
            <a:pPr>
              <a:buFont typeface="+mj-lt"/>
              <a:buAutoNum type="arabicPeriod"/>
            </a:pPr>
            <a:r>
              <a:rPr lang="en-US" dirty="0"/>
              <a:t>Filled missing numerical values using median imputation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Converted categorical variables into numerical format</a:t>
            </a:r>
          </a:p>
          <a:p>
            <a:pPr>
              <a:buFont typeface="+mj-lt"/>
              <a:buAutoNum type="arabicPeriod"/>
            </a:pPr>
            <a:r>
              <a:rPr lang="en-US" dirty="0"/>
              <a:t>Used one-hot encoding for institutional control and county variables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data into training and testing sets</a:t>
            </a:r>
          </a:p>
          <a:p>
            <a:pPr>
              <a:buNone/>
            </a:pPr>
            <a:r>
              <a:rPr lang="en-US" b="1" dirty="0"/>
              <a:t>Why Preprocessing Matters</a:t>
            </a:r>
          </a:p>
          <a:p>
            <a:pPr>
              <a:buNone/>
            </a:pPr>
            <a:r>
              <a:rPr lang="en-US" dirty="0"/>
              <a:t>Machine learning models require clean numerical inputs.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7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C441-E9D3-3BE3-5751-10BC72DE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0746-275D-DDD3-5EB7-64F4BA1FF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Multiple Linear Regression</a:t>
            </a:r>
          </a:p>
          <a:p>
            <a:pPr>
              <a:buNone/>
            </a:pPr>
            <a:r>
              <a:rPr lang="en-US" dirty="0"/>
              <a:t>The model predicts enrollment based on multiple independent variables.</a:t>
            </a:r>
          </a:p>
          <a:p>
            <a:pPr>
              <a:buNone/>
            </a:pPr>
            <a:r>
              <a:rPr lang="en-US" b="1" dirty="0"/>
              <a:t>Regression Equation</a:t>
            </a:r>
          </a:p>
          <a:p>
            <a:r>
              <a:rPr lang="en-US" dirty="0"/>
              <a:t>Y= β0+ β1x1+ β2x2+…+ β</a:t>
            </a:r>
            <a:r>
              <a:rPr lang="en-US" dirty="0" err="1"/>
              <a:t>nxn</a:t>
            </a:r>
            <a:r>
              <a:rPr lang="en-US" dirty="0"/>
              <a:t>+ ε</a:t>
            </a:r>
          </a:p>
          <a:p>
            <a:pPr marL="0" indent="0">
              <a:buNone/>
            </a:pPr>
            <a:r>
              <a:rPr lang="en-US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 = Total Enrollment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 = Predictor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β = Learned coefficients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ε = Error term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40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EC93-3391-3476-5860-8925EEED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E641-0C4D-59F6-2424-7A0B3D85F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1 75:25</a:t>
            </a:r>
          </a:p>
          <a:p>
            <a:r>
              <a:rPr lang="en-US" dirty="0"/>
              <a:t>Experiment 2 70:30</a:t>
            </a:r>
          </a:p>
          <a:p>
            <a:r>
              <a:rPr lang="en-US" dirty="0"/>
              <a:t>Experiment 3 80:20</a:t>
            </a:r>
          </a:p>
          <a:p>
            <a:pPr>
              <a:buNone/>
            </a:pPr>
            <a:r>
              <a:rPr lang="en-US" b="1" dirty="0"/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model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predictive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Determine best train-test ratio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4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BA9C-AB2F-9FCC-5860-291A0D3D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E8DB1-E11A-AAFF-ED64-F4FED90A9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 Performance</a:t>
            </a:r>
            <a:r>
              <a:rPr lang="en-US" dirty="0"/>
              <a:t>:</a:t>
            </a:r>
          </a:p>
          <a:p>
            <a:r>
              <a:rPr lang="en-US" dirty="0"/>
              <a:t>Experiment 1: RMSE=945.29 R^2=0.37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Experiment 2: RMSE=918.94 R^2=0.38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Experiment 3: RMSE=927.81 R^2=0.36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Best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Experiment 2 performed best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Lowest prediction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R²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36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C92B-3106-F3BB-830F-000869E5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B45CE-0F3F-906E-065E-C8627976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 scores have some predictive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Institutional characteristics influence enrollment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explains ~36–38% of enrollment variation</a:t>
            </a:r>
          </a:p>
          <a:p>
            <a:pPr>
              <a:buNone/>
            </a:pPr>
            <a:r>
              <a:rPr lang="en-US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Enrollment influenced by many hidden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regression assumes linear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feature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RMSE indicates prediction error remains large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35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164E-5D06-169D-0A9B-FD10D6CE7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EFAC-3477-8659-DD36-8FCDE62B1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Final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can model institutional enrollment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linear regression produced moderate predictive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model achieved: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RMSE = 918.94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R² = 0.38</a:t>
            </a:r>
          </a:p>
          <a:p>
            <a:pPr marL="0" indent="0">
              <a:buNone/>
            </a:pPr>
            <a:r>
              <a:rPr lang="en-US" dirty="0"/>
              <a:t>Future work could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Tuition variables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Admission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Geographic region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999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F9A5-0E12-49BF-146B-39BAC12A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8B687-B972-36CA-80AF-B3D581BD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860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419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Predicting Total Enrollment Using SAT Scores and Institutional Data</vt:lpstr>
      <vt:lpstr>Purpose of the Project</vt:lpstr>
      <vt:lpstr>IPEDS Dataset</vt:lpstr>
      <vt:lpstr>Variables Used</vt:lpstr>
      <vt:lpstr>Data Cleaning &amp; Preparation</vt:lpstr>
      <vt:lpstr>Machine Learning Model</vt:lpstr>
      <vt:lpstr>Model Experiments</vt:lpstr>
      <vt:lpstr>Results</vt:lpstr>
      <vt:lpstr>Discussion &amp; Limitations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Justin Harlow</cp:lastModifiedBy>
  <cp:revision>11</cp:revision>
  <dcterms:created xsi:type="dcterms:W3CDTF">2020-08-18T13:57:38Z</dcterms:created>
  <dcterms:modified xsi:type="dcterms:W3CDTF">2026-04-30T04:33:37Z</dcterms:modified>
</cp:coreProperties>
</file>